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Nunito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879fee5d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879fee5d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879fee5dc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879fee5dc_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e879fee5d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e879fee5dc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e879fee5d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e879fee5d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e879fee5dc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e879fee5dc_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879fee5dc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879fee5dc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404 not found</a:t>
            </a:r>
            <a:endParaRPr dirty="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981300" y="3397875"/>
            <a:ext cx="4271400" cy="9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Carrion Claeys Archibald Emmanuel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Madriz Agüero Jorge Alejandro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Padilla Fallas Axel Fabian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000000"/>
                </a:solidFill>
              </a:rPr>
              <a:t>Librerías usadas</a:t>
            </a:r>
            <a:endParaRPr sz="3300">
              <a:solidFill>
                <a:srgbClr val="00000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TKinter, nos permite hacer la interfaz gráfica general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Matplotlib, nos permite realizar los gráficos necesarios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304050" y="769300"/>
            <a:ext cx="37920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limpia la tabla base</a:t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026" y="529100"/>
            <a:ext cx="2938050" cy="408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r="-5596" b="-5596"/>
          <a:stretch/>
        </p:blipFill>
        <p:spPr>
          <a:xfrm>
            <a:off x="3948750" y="1723900"/>
            <a:ext cx="4502600" cy="24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4115875" y="2194725"/>
            <a:ext cx="3932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Lista de Direcciones IP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00" y="891400"/>
            <a:ext cx="2959675" cy="24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4115875" y="967700"/>
            <a:ext cx="3932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Conexiones en total</a:t>
            </a:r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86600" y="3674400"/>
            <a:ext cx="73620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Cantidad de estudiantes y profesores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Conexiones por cada ruta establecida</a:t>
            </a:r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5"/>
            <a:ext cx="3304524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3675" y="2096050"/>
            <a:ext cx="4217799" cy="2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 5 usuarios con más conexiones</a:t>
            </a: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38" y="1990725"/>
            <a:ext cx="2899980" cy="244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9125" y="2303587"/>
            <a:ext cx="4605724" cy="182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819150" y="20944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Presentación en pantalla (16:9)</PresentationFormat>
  <Paragraphs>14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Nunito</vt:lpstr>
      <vt:lpstr>Arial</vt:lpstr>
      <vt:lpstr>Calibri</vt:lpstr>
      <vt:lpstr>Shift</vt:lpstr>
      <vt:lpstr>404 not found</vt:lpstr>
      <vt:lpstr>Librerías usadas</vt:lpstr>
      <vt:lpstr>Se limpia la tabla base</vt:lpstr>
      <vt:lpstr>2. Lista de Direcciones IP</vt:lpstr>
      <vt:lpstr>4. Conexiones por cada ruta establecida</vt:lpstr>
      <vt:lpstr>5. 5 usuarios con más conexiones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404 not found</dc:title>
  <cp:lastModifiedBy>Alejandro Madriz</cp:lastModifiedBy>
  <cp:revision>1</cp:revision>
  <dcterms:modified xsi:type="dcterms:W3CDTF">2023-10-05T14:50:04Z</dcterms:modified>
</cp:coreProperties>
</file>